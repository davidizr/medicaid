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member-months): Custom Aggregate PThrombophilia Evaluation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-2899.0</a:t>
            </a:r>
          </a:p>
          <a:p>
            <a:pPr>
              <a:defRPr sz="700">
                <a:latin typeface="Consolas"/>
              </a:defRPr>
            </a:pPr>
            <a:r>
              <a:t>Date:                Tue, 09 Jun 2026   Deviance:                       5001.2</a:t>
            </a:r>
          </a:p>
          <a:p>
            <a:pPr>
              <a:defRPr sz="700">
                <a:latin typeface="Consolas"/>
              </a:defRPr>
            </a:pPr>
            <a:r>
              <a:t>Time:                        15:53:15   Pearson chi2:                 4.98e+03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-9.4731      0.004  -2287.893      0.000      -9.481      -9.465</a:t>
            </a:r>
          </a:p>
          <a:p>
            <a:pPr>
              <a:defRPr sz="700">
                <a:latin typeface="Consolas"/>
              </a:defRPr>
            </a:pPr>
            <a:r>
              <a:t>T           7.352e-05      0.000      0.379      0.705      -0.000       0.000</a:t>
            </a:r>
          </a:p>
          <a:p>
            <a:pPr>
              <a:defRPr sz="700">
                <a:latin typeface="Consolas"/>
              </a:defRPr>
            </a:pPr>
            <a:r>
              <a:t>X_t            0.1212      0.006     21.281      0.000       0.110       0.132</a:t>
            </a:r>
          </a:p>
          <a:p>
            <a:pPr>
              <a:defRPr sz="700">
                <a:latin typeface="Consolas"/>
              </a:defRPr>
            </a:pPr>
            <a:r>
              <a:t>post_time     -0.0057      0.000    -22.501      0.000      -0.006      -0.005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85300, 85303, 85305, 85306, 81241, 81240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member-months): Custom Aggregate PThrombophilia Evaluation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Tue, 09 Jun 2026   Pseudo R-squ.:                 0.01262</a:t>
            </a:r>
          </a:p>
          <a:p>
            <a:pPr>
              <a:defRPr sz="700">
                <a:latin typeface="Consolas"/>
              </a:defRPr>
            </a:pPr>
            <a:r>
              <a:t>Time:                        15:53:15   Log-Likelihood:                -593.70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-601.28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0.001674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-9.4735      0.032   -292.618      0.000      -9.537      -9.410</a:t>
            </a:r>
          </a:p>
          <a:p>
            <a:pPr>
              <a:defRPr sz="700">
                <a:latin typeface="Consolas"/>
              </a:defRPr>
            </a:pPr>
            <a:r>
              <a:t>T              0.0001      0.002      0.076      0.940      -0.003       0.003</a:t>
            </a:r>
          </a:p>
          <a:p>
            <a:pPr>
              <a:defRPr sz="700">
                <a:latin typeface="Consolas"/>
              </a:defRPr>
            </a:pPr>
            <a:r>
              <a:t>X_t            0.1196      0.047      2.532      0.011       0.027       0.212</a:t>
            </a:r>
          </a:p>
          <a:p>
            <a:pPr>
              <a:defRPr sz="700">
                <a:latin typeface="Consolas"/>
              </a:defRPr>
            </a:pPr>
            <a:r>
              <a:t>post_time     -0.0057      0.002     -2.775      0.006      -0.010      -0.002</a:t>
            </a:r>
          </a:p>
          <a:p>
            <a:pPr>
              <a:defRPr sz="700">
                <a:latin typeface="Consolas"/>
              </a:defRPr>
            </a:pPr>
            <a:r>
              <a:t>alpha          0.0101      0.002      6.040      0.000       0.007       0.013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85300, 85303, 85305, 85306, 81241, 81240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51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Custom Aggregate PThrombophilia Evaluation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68680"/>
            <a:ext cx="11423904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669280"/>
            <a:ext cx="11314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 Codes in aggregation: 85300, 85303, 85305, 85306, 81241, 81240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