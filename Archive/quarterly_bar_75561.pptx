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75561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68680"/>
            <a:ext cx="8375904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669280"/>
            <a:ext cx="8266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