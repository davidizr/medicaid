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8" d="100"/>
          <a:sy n="148" d="100"/>
        </p:scale>
        <p:origin x="108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HCPCS 81025 - qualitative urine pregnancy test (hCG) performed by visual color comparison, such as a dipstick or test strip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-1.1596e+05</a:t>
            </a:r>
          </a:p>
          <a:p>
            <a:pPr>
              <a:defRPr sz="700">
                <a:latin typeface="Consolas"/>
              </a:defRPr>
            </a:pPr>
            <a:r>
              <a:t>Date:                Thu, 21 May 2026   Deviance:                   2.3079e+05</a:t>
            </a:r>
          </a:p>
          <a:p>
            <a:pPr>
              <a:defRPr sz="700">
                <a:latin typeface="Consolas"/>
              </a:defRPr>
            </a:pPr>
            <a:r>
              <a:t>Time:                        14:11:39   Pearson chi2:                 2.33e+05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-5.0144      0.000  -1.11e+04      0.000      -5.015      -5.014</a:t>
            </a:r>
          </a:p>
          <a:p>
            <a:pPr>
              <a:defRPr sz="700">
                <a:latin typeface="Consolas"/>
              </a:defRPr>
            </a:pPr>
            <a:r>
              <a:t>T             -0.0032   2.16e-05   -147.129      0.000      -0.003      -0.003</a:t>
            </a:r>
          </a:p>
          <a:p>
            <a:pPr>
              <a:defRPr sz="700">
                <a:latin typeface="Consolas"/>
              </a:defRPr>
            </a:pPr>
            <a:r>
              <a:t>X_t            0.0213      0.001     32.688      0.000       0.020       0.023</a:t>
            </a:r>
          </a:p>
          <a:p>
            <a:pPr>
              <a:defRPr sz="700">
                <a:latin typeface="Consolas"/>
              </a:defRPr>
            </a:pPr>
            <a:r>
              <a:t>post_time      0.0022   2.86e-05     77.480      0.000       0.002       0.002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HCPCS 81025 - qualitative urine pregnancy test (hCG) performed by visual color comparison, such as a dipstick or test strip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Thu, 21 May 2026   Pseudo R-squ.:                0.009606</a:t>
            </a:r>
          </a:p>
          <a:p>
            <a:pPr>
              <a:defRPr sz="700">
                <a:latin typeface="Consolas"/>
              </a:defRPr>
            </a:pPr>
            <a:r>
              <a:t>Time:                        14:11:39   Log-Likelihood:                -901.09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-909.83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0.0005632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-5.0133      0.025   -200.539      0.000      -5.062      -4.964</a:t>
            </a:r>
          </a:p>
          <a:p>
            <a:pPr>
              <a:defRPr sz="700">
                <a:latin typeface="Consolas"/>
              </a:defRPr>
            </a:pPr>
            <a:r>
              <a:t>T             -0.0031      0.001     -2.619      0.009      -0.005      -0.001</a:t>
            </a:r>
          </a:p>
          <a:p>
            <a:pPr>
              <a:defRPr sz="700">
                <a:latin typeface="Consolas"/>
              </a:defRPr>
            </a:pPr>
            <a:r>
              <a:t>X_t            0.0212      0.036      0.583      0.560      -0.050       0.092</a:t>
            </a:r>
          </a:p>
          <a:p>
            <a:pPr>
              <a:defRPr sz="700">
                <a:latin typeface="Consolas"/>
              </a:defRPr>
            </a:pPr>
            <a:r>
              <a:t>post_time      0.0021      0.002      1.308      0.191      -0.001       0.005</a:t>
            </a:r>
          </a:p>
          <a:p>
            <a:pPr>
              <a:defRPr sz="700">
                <a:latin typeface="Consolas"/>
              </a:defRPr>
            </a:pPr>
            <a:r>
              <a:t>alpha          0.0060      0.001      6.128      0.000       0.004       0.008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345</Words>
  <Application>Microsoft Office PowerPoint</Application>
  <PresentationFormat>Widescreen</PresentationFormat>
  <Paragraphs>39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David</dc:creator>
  <cp:keywords/>
  <dc:description>generated using python-pptx</dc:description>
  <cp:lastModifiedBy>David Izrailov</cp:lastModifiedBy>
  <cp:revision>1</cp:revision>
  <dcterms:created xsi:type="dcterms:W3CDTF">2013-01-27T09:14:16Z</dcterms:created>
  <dcterms:modified xsi:type="dcterms:W3CDTF">2026-05-21T18:12:46Z</dcterms:modified>
  <cp:category/>
</cp:coreProperties>
</file>