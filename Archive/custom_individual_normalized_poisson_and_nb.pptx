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member-months): HCPCS 93281 - an in-person, moderate-complexity evaluation and reprogramming of a multiple-lead pacemaker system (58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58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54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-369.67</a:t>
            </a:r>
          </a:p>
          <a:p>
            <a:pPr>
              <a:defRPr sz="700">
                <a:latin typeface="Consolas"/>
              </a:defRPr>
            </a:pPr>
            <a:r>
              <a:t>Date:                Tue, 14 Jul 2026   Deviance:                       563.79</a:t>
            </a:r>
          </a:p>
          <a:p>
            <a:pPr>
              <a:defRPr sz="700">
                <a:latin typeface="Consolas"/>
              </a:defRPr>
            </a:pPr>
            <a:r>
              <a:t>Time:                        15:35:44   Pearson chi2:                     456.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0.8905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-15.2479      0.094   -162.993      0.000     -15.431     -15.065</a:t>
            </a:r>
          </a:p>
          <a:p>
            <a:pPr>
              <a:defRPr sz="700">
                <a:latin typeface="Consolas"/>
              </a:defRPr>
            </a:pPr>
            <a:r>
              <a:t>T             -0.0202      0.007     -3.064      0.002      -0.033      -0.007</a:t>
            </a:r>
          </a:p>
          <a:p>
            <a:pPr>
              <a:defRPr sz="700">
                <a:latin typeface="Consolas"/>
              </a:defRPr>
            </a:pPr>
            <a:r>
              <a:t>X_t            0.4380      0.146      3.009      0.003       0.153       0.723</a:t>
            </a:r>
          </a:p>
          <a:p>
            <a:pPr>
              <a:defRPr sz="700">
                <a:latin typeface="Consolas"/>
              </a:defRPr>
            </a:pPr>
            <a:r>
              <a:t>post_time     -0.0260      0.009     -2.949      0.003      -0.043      -0.009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member-months): HCPCS 93281 - an in-person, moderate-complexity evaluation and reprogramming of a multiple-lead pacemaker system (58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58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54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Tue, 14 Jul 2026   Pseudo R-squ.:                 0.01214</a:t>
            </a:r>
          </a:p>
          <a:p>
            <a:pPr>
              <a:defRPr sz="700">
                <a:latin typeface="Consolas"/>
              </a:defRPr>
            </a:pPr>
            <a:r>
              <a:t>Time:                        15:35:44   Log-Likelihood:                -194.53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-196.92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0.1886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-15.2562      0.550    -27.715      0.000     -16.335     -14.177</a:t>
            </a:r>
          </a:p>
          <a:p>
            <a:pPr>
              <a:defRPr sz="700">
                <a:latin typeface="Consolas"/>
              </a:defRPr>
            </a:pPr>
            <a:r>
              <a:t>T             -0.0193      0.036     -0.531      0.596      -0.091       0.052</a:t>
            </a:r>
          </a:p>
          <a:p>
            <a:pPr>
              <a:defRPr sz="700">
                <a:latin typeface="Consolas"/>
              </a:defRPr>
            </a:pPr>
            <a:r>
              <a:t>X_t            0.3687      0.767      0.481      0.631      -1.134       1.872</a:t>
            </a:r>
          </a:p>
          <a:p>
            <a:pPr>
              <a:defRPr sz="700">
                <a:latin typeface="Consolas"/>
              </a:defRPr>
            </a:pPr>
            <a:r>
              <a:t>post_time     -0.0232      0.044     -0.523      0.601      -0.110       0.064</a:t>
            </a:r>
          </a:p>
          <a:p>
            <a:pPr>
              <a:defRPr sz="700">
                <a:latin typeface="Consolas"/>
              </a:defRPr>
            </a:pPr>
            <a:r>
              <a:t>alpha          2.1439      0.500      4.291      0.000       1.165       3.123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